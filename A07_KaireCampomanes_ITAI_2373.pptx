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/>
            </a:pPr>
            <a:r>
              <a:t>Understanding How Neural Networks Think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/>
            </a:pPr>
            <a:r>
              <a:t>Modeling Architecture, Data Flow, and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By: Kaire Campomanes</a:t>
            </a:r>
          </a:p>
          <a:p>
            <a:pPr algn="ctr"/>
            <a:r>
              <a:t>Course: ITAI 2373</a:t>
            </a:r>
          </a:p>
          <a:p>
            <a:pPr algn="ctr"/>
            <a:r>
              <a:t>Date: 10/11/25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Input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3716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2004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1148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Previous Purchases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Hidden Layer 1 – Feature Extraction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9144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N1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164592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N2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237744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N3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31089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N4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384048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N5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45720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Hidden Layer 2 – Pattern Recognition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716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H1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2860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H2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32004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H3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41148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Output Layer – Prediction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3716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Will Purchase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74320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Will Not Purchase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Feedback Loop (Backpropagation)</a:t>
            </a:r>
          </a:p>
        </p:txBody>
      </p:sp>
      <p:sp>
        <p:nvSpPr>
          <p:cNvPr id="3" name="Curved Right Arrow 2"/>
          <p:cNvSpPr/>
          <p:nvPr/>
        </p:nvSpPr>
        <p:spPr>
          <a:xfrm>
            <a:off x="1828800" y="1828800"/>
            <a:ext cx="4572000" cy="914400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Error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Decision Adjustments Guided by Theory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Before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After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Real-World Applications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155448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🛒 Retail</a:t>
            </a:r>
          </a:p>
        </p:txBody>
      </p:sp>
      <p:sp>
        <p:nvSpPr>
          <p:cNvPr id="4" name="Oval 3"/>
          <p:cNvSpPr/>
          <p:nvPr/>
        </p:nvSpPr>
        <p:spPr>
          <a:xfrm>
            <a:off x="2926080" y="1828800"/>
            <a:ext cx="155448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🏭 Manufacturing</a:t>
            </a:r>
          </a:p>
        </p:txBody>
      </p:sp>
      <p:sp>
        <p:nvSpPr>
          <p:cNvPr id="5" name="Oval 4"/>
          <p:cNvSpPr/>
          <p:nvPr/>
        </p:nvSpPr>
        <p:spPr>
          <a:xfrm>
            <a:off x="4937760" y="1828800"/>
            <a:ext cx="155448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💳 Finance</a:t>
            </a:r>
          </a:p>
        </p:txBody>
      </p:sp>
      <p:sp>
        <p:nvSpPr>
          <p:cNvPr id="6" name="Oval 5"/>
          <p:cNvSpPr/>
          <p:nvPr/>
        </p:nvSpPr>
        <p:spPr>
          <a:xfrm>
            <a:off x="6949440" y="1828800"/>
            <a:ext cx="155448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🏥 Healthcare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/>
            </a:pPr>
            <a:r>
              <a:t>This simulation demonstrates how data flows and adjusts through a neural network during 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Goodfellow, I., Bengio, Y., &amp; Courville, A. (2016). Deep Learning. MIT Press.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Rosenblatt, F. (1958). The Perceptron: A probabilistic model for information storage and organization in the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Rumelhart, D. E., Hinton, G. E., &amp; Williams, R. J. (1986). Learning representations by back-propagating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Additional resources: Towards Data Science, Analytics Vidhya.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